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社員情報管理システム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アプリケーション開発演習 成果発表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ASP.NET Core MVC / PostgreSQL / MSTest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開発スケジュール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1日目: 環境構築、DB設計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2日目: クラス図、シーケンス図、画面設計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3日目: DB接続、ログイン/ログアウト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4日目: 部門機能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5日目: 社員機能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6日目: テスト、動作確認、不具合修正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7日目: 成果物整理、提出準備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成果物の概要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社員情報と部門情報を管理するWebアプリケーション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社員一覧、登録、詳細、更新、削除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部門一覧、詳細、登録、更新、削除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部門詳細から所属社員一覧を確認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人事部社員のみログイン可能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主な実装ポイント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Controller、Service、Repository、Entity、ViewModel に分離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登録者、更新者をログインユーザーとして管理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パスワードは PBKDF2 でハッシュ化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ログイン情報は社員編集画面から分離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本人以外のログイン情報編集、削除を制御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デモ内容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ログイン、ログアウト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社員一覧の検索、社員詳細の確認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社員登録、社員更新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部門一覧、部門詳細、所属社員一覧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ログイン情報登録、パスワード確認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テスト結果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MSTest によるサービス層テストを作成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ログイン判定、入力チェック、重複チェックを確認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パスワードハッシュ化、再ハッシュ化を確認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主要画面の到達確認を実施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dotnet test: 23件すべて成功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困難だった点と対応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ログイン情報と社員情報の責務分離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誤操作を防ぐため専用画面へ分離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パスワード確認と表示切替のUI調整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部門削除、ログイン情報編集の権限制御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URL直接アクセス時もサーバー側で制御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914400"/>
          </a:xfrm>
        </p:spPr>
        <p:txBody>
          <a:bodyPr/>
          <a:lstStyle/>
          <a:p>
            <a:r>
              <a:rPr lang="ja-JP" sz="4000" b="1"/>
              <a:t>得られた成果と今後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22960" y="1645920"/>
            <a:ext cx="7680960" cy="4572000"/>
          </a:xfrm>
        </p:spPr>
        <p:txBody>
          <a:bodyPr/>
          <a:lstStyle/>
          <a:p>
            <a:pPr marL="342900" indent="-228600">
              <a:buChar char="•"/>
              <a:defRPr sz="2400"/>
            </a:pPr>
            <a:r>
              <a:rPr lang="ja-JP" sz="2400"/>
              <a:t>ASP.NET Core MVC の全体像を理解できた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設計、実装、テスト、修正の流れを経験できた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画面だけでなくサーバー側の検証が重要だと学んだ</a:t>
            </a:r>
          </a:p>
          <a:p>
            <a:pPr marL="342900" indent="-228600">
              <a:buChar char="•"/>
              <a:defRPr sz="2400"/>
            </a:pPr>
            <a:r>
              <a:rPr lang="ja-JP" sz="2400"/>
              <a:t>今後は Controller、Repository、E2E テストを拡充したい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(4:3)</PresentationFormat>
  <Slides>8</Slides>
  <Notes>0</Notes>
  <HiddenSlides>0</HiddenSlides>
  <ScaleCrop>false</ScaleCrop>
  <Company>Fullness Training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社員情報管理システム 発表資料</dc:title>
  <dc:creator>Codex</dc:creator>
  <cp:lastModifiedBy>Codex</cp:lastModifiedBy>
  <dcterms:created xsi:type="dcterms:W3CDTF">2026-05-27T01:51:36Z</dcterms:created>
  <dcterms:modified xsi:type="dcterms:W3CDTF">2026-05-27T01:51:36Z</dcterms:modified>
</cp:coreProperties>
</file>